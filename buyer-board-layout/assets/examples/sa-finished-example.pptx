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4" r:id="rId3"/>
    <p:sldId id="285" r:id="rId4"/>
    <p:sldId id="333" r:id="rId5"/>
    <p:sldId id="334" r:id="rId6"/>
    <p:sldId id="335" r:id="rId7"/>
    <p:sldId id="336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uSina" initials="A" lastIdx="0" clrIdx="0"/>
  <p:cmAuthor id="2" name="作者" initials="A" lastIdx="0" clrIdx="1"/>
  <p:cmAuthor id="3" name="Author" initials="A" lastIdx="0" clrIdx="2"/>
  <p:cmAuthor id="4" name="Mia Vida Villanueva" initials="MVV" lastIdx="0" clrIdx="3"/>
  <p:cmAuthor id="5" name="Chris French" initials="C" lastIdx="0" clrIdx="4"/>
  <p:cmAuthor id="6" name="Raman Sharma" initials="R" lastIdx="0" clrIdx="5"/>
  <p:cmAuthor id="7" name="lenovo" initials="l" lastIdx="0" clrIdx="6"/>
  <p:cmAuthor id="8" name="Administrator" initials="A" lastIdx="0" clrIdx="7"/>
  <p:cmAuthor id="9" name="宋洁然" initials="宋" lastIdx="0" clrIdx="8"/>
  <p:cmAuthor id="10" name="ming qiu" initials="m" lastIdx="0" clrIdx="9"/>
  <p:cmAuthor id="11" name="Bernice Zhong" initials="B" lastIdx="0" clrIdx="10"/>
  <p:cmAuthor id="12" name="Duane Forrester" initials="D" lastIdx="0" clrIdx="11"/>
  <p:cmAuthor id="13" name="Jimmy Lin" initials="J" lastIdx="0" clrIdx="12"/>
  <p:cmAuthor id="14" name="Shelby Gagnon" initials="S" lastIdx="0" clrIdx="13"/>
  <p:cmAuthor id="15" name="Stuart Olson (Allyis Inc)" initials="S" lastIdx="0" clrIdx="14"/>
  <p:cmAuthor id="16" name="Windows User" initials="W" lastIdx="0" clrIdx="15"/>
  <p:cmAuthor id="17" name="John Neitzel" initials="J" lastIdx="0" clrIdx="16"/>
  <p:cmAuthor id="18" name="David Delmar (Allyis Inc)" initials="D" lastIdx="0" clrIdx="17"/>
  <p:cmAuthor id="19" name="Sylvia Tedjo" initials="S" lastIdx="0" clrIdx="18"/>
  <p:cmAuthor id="20" name="Jill White" initials="J" lastIdx="0" clrIdx="19"/>
  <p:cmAuthor id="21" name="yxy" initials="y" lastIdx="0" clrIdx="2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32E7"/>
    <a:srgbClr val="788DF8"/>
    <a:srgbClr val="2A49F4"/>
    <a:srgbClr val="7F93F8"/>
    <a:srgbClr val="0B428C"/>
    <a:srgbClr val="FFF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+mj-ea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首页配图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-25400" y="0"/>
            <a:ext cx="12217400" cy="6858635"/>
          </a:xfrm>
          <a:prstGeom prst="rect">
            <a:avLst/>
          </a:prstGeom>
          <a:solidFill>
            <a:srgbClr val="0F32E7">
              <a:alpha val="58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5" name="平行四边形 44"/>
          <p:cNvSpPr/>
          <p:nvPr/>
        </p:nvSpPr>
        <p:spPr>
          <a:xfrm>
            <a:off x="9051654" y="-1"/>
            <a:ext cx="3165157" cy="6857999"/>
          </a:xfrm>
          <a:prstGeom prst="parallelogram">
            <a:avLst>
              <a:gd name="adj" fmla="val 41336"/>
            </a:avLst>
          </a:prstGeom>
          <a:solidFill>
            <a:srgbClr val="0F3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2115" y="2205355"/>
            <a:ext cx="73386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微软雅黑" panose="020B0503020204020204" charset="-122"/>
              </a:rPr>
              <a:t>2026南非新能源买家</a:t>
            </a:r>
            <a:endParaRPr lang="zh-CN" altLang="en-US" sz="5400" b="1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12115" y="3278505"/>
            <a:ext cx="3580130" cy="939800"/>
          </a:xfrm>
          <a:prstGeom prst="roundRect">
            <a:avLst/>
          </a:prstGeom>
          <a:solidFill>
            <a:srgbClr val="0F32E7">
              <a:alpha val="54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39140" y="3429000"/>
            <a:ext cx="282829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国家：南非</a:t>
            </a:r>
            <a:endParaRPr lang="zh-CN" altLang="en-US" sz="3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 descr="公司logo-米奥兰特20250714-1450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3070" y="506730"/>
            <a:ext cx="2225040" cy="329565"/>
          </a:xfrm>
          <a:prstGeom prst="rect">
            <a:avLst/>
          </a:prstGeom>
        </p:spPr>
      </p:pic>
      <p:pic>
        <p:nvPicPr>
          <p:cNvPr id="11" name="图片 10" descr="qrcode_for_gh_6c104907dbac_3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390" y="4231005"/>
            <a:ext cx="1447800" cy="14478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314815" y="5778500"/>
            <a:ext cx="1842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展会官方公众号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15" y="304165"/>
            <a:ext cx="1578610" cy="713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0795"/>
            <a:ext cx="12192000" cy="1109345"/>
          </a:xfrm>
          <a:prstGeom prst="rect">
            <a:avLst/>
          </a:prstGeom>
          <a:gradFill flip="none" rotWithShape="1">
            <a:gsLst>
              <a:gs pos="87000">
                <a:srgbClr val="7F93F8"/>
              </a:gs>
              <a:gs pos="0">
                <a:srgbClr val="2A49F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15200" y="0"/>
            <a:ext cx="4876800" cy="1467485"/>
            <a:chOff x="11552" y="-48"/>
            <a:chExt cx="7680" cy="2311"/>
          </a:xfrm>
        </p:grpSpPr>
        <p:sp>
          <p:nvSpPr>
            <p:cNvPr id="87" name="任意多边形: 形状 86"/>
            <p:cNvSpPr/>
            <p:nvPr/>
          </p:nvSpPr>
          <p:spPr>
            <a:xfrm flipH="1" flipV="1">
              <a:off x="11696" y="-19"/>
              <a:ext cx="7536" cy="2283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 flipH="1" flipV="1">
              <a:off x="11552" y="-48"/>
              <a:ext cx="7680" cy="1730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-36516" y="5437133"/>
            <a:ext cx="4879388" cy="1449532"/>
            <a:chOff x="0" y="5408469"/>
            <a:chExt cx="4879388" cy="1449532"/>
          </a:xfrm>
        </p:grpSpPr>
        <p:sp>
          <p:nvSpPr>
            <p:cNvPr id="84" name="任意多边形: 形状 83"/>
            <p:cNvSpPr/>
            <p:nvPr/>
          </p:nvSpPr>
          <p:spPr>
            <a:xfrm>
              <a:off x="0" y="5408469"/>
              <a:ext cx="4785320" cy="1449532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88" y="5759669"/>
              <a:ext cx="4876800" cy="1098331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1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36750" y="222250"/>
            <a:ext cx="561340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南非买家需求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76605" y="2038985"/>
          <a:ext cx="5400675" cy="347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/>
                <a:gridCol w="4311650"/>
              </a:tblGrid>
              <a:tr h="37084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企业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Scatec Solar Africa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147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国家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南非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084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网站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www.scatec.com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71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采购产品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光伏组件、太阳能逆变器、支架系统、储能电池、变压器、电气设备、监控系统、电缆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72021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简介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挪威上市太阳能开发商 Scatec ASA 在南非的运营机构，是非洲领先的太阳能项目开发商之一，深度参与南非可再生能源独立发电商采购计划，在当地运营多个大型光伏电站，并持续布局储能及综合新能源项目，行业影响力和项目执行能力较强，具备较成熟国际项目管理经验。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16145" y="6104890"/>
            <a:ext cx="716851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b="1" i="1">
                <a:solidFill>
                  <a:srgbClr val="2A49F4"/>
                </a:solidFill>
                <a:effectLst/>
              </a:rPr>
              <a:t>该买家已入驻</a:t>
            </a:r>
            <a:r>
              <a:rPr lang="en-US" altLang="zh-CN" b="1" i="1">
                <a:solidFill>
                  <a:srgbClr val="2A49F4"/>
                </a:solidFill>
                <a:effectLst/>
              </a:rPr>
              <a:t>AI</a:t>
            </a:r>
            <a:r>
              <a:rPr lang="zh-CN" altLang="en-US" b="1" i="1">
                <a:solidFill>
                  <a:srgbClr val="2A49F4"/>
                </a:solidFill>
                <a:effectLst/>
              </a:rPr>
              <a:t>慧展，欢迎展商注册预约现场洽谈，高效对接商机。</a:t>
            </a:r>
            <a:endParaRPr lang="zh-CN" altLang="en-US" b="1" i="1">
              <a:solidFill>
                <a:srgbClr val="2A49F4"/>
              </a:solidFill>
              <a:effectLst/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195580"/>
            <a:ext cx="1578610" cy="713105"/>
          </a:xfrm>
          <a:prstGeom prst="rect">
            <a:avLst/>
          </a:prstGeom>
        </p:spPr>
      </p:pic>
      <p:pic>
        <p:nvPicPr>
          <p:cNvPr id="6" name="图片 5" descr="scatec_s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360" y="2321386"/>
            <a:ext cx="2753709" cy="2753709"/>
          </a:xfrm>
          <a:prstGeom prst="rect">
            <a:avLst/>
          </a:prstGeom>
        </p:spPr>
      </p:pic>
      <p:pic>
        <p:nvPicPr>
          <p:cNvPr id="9" name="图片 8" descr="scatec_logo_cr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8" y="1689648"/>
            <a:ext cx="610604" cy="199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0795"/>
            <a:ext cx="12192000" cy="1109345"/>
          </a:xfrm>
          <a:prstGeom prst="rect">
            <a:avLst/>
          </a:prstGeom>
          <a:gradFill flip="none" rotWithShape="1">
            <a:gsLst>
              <a:gs pos="87000">
                <a:srgbClr val="7F93F8"/>
              </a:gs>
              <a:gs pos="0">
                <a:srgbClr val="2A49F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15200" y="0"/>
            <a:ext cx="4876800" cy="1467485"/>
            <a:chOff x="11552" y="-48"/>
            <a:chExt cx="7680" cy="2311"/>
          </a:xfrm>
        </p:grpSpPr>
        <p:sp>
          <p:nvSpPr>
            <p:cNvPr id="87" name="任意多边形: 形状 86"/>
            <p:cNvSpPr/>
            <p:nvPr/>
          </p:nvSpPr>
          <p:spPr>
            <a:xfrm flipH="1" flipV="1">
              <a:off x="11696" y="-19"/>
              <a:ext cx="7536" cy="2283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 flipH="1" flipV="1">
              <a:off x="11552" y="-48"/>
              <a:ext cx="7680" cy="1730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-36516" y="5437133"/>
            <a:ext cx="4879388" cy="1449532"/>
            <a:chOff x="0" y="5408469"/>
            <a:chExt cx="4879388" cy="1449532"/>
          </a:xfrm>
        </p:grpSpPr>
        <p:sp>
          <p:nvSpPr>
            <p:cNvPr id="84" name="任意多边形: 形状 83"/>
            <p:cNvSpPr/>
            <p:nvPr/>
          </p:nvSpPr>
          <p:spPr>
            <a:xfrm>
              <a:off x="0" y="5408469"/>
              <a:ext cx="4785320" cy="1449532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88" y="5759669"/>
              <a:ext cx="4876800" cy="1098331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1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36750" y="222250"/>
            <a:ext cx="561340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南非买家需求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76605" y="2038985"/>
          <a:ext cx="5400675" cy="347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/>
                <a:gridCol w="4311650"/>
              </a:tblGrid>
              <a:tr h="37084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企业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Red Rocket South Africa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147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国家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南非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084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网站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www.redrocketsa.co.za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71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采购产品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光伏组件、逆变器、支架系统、变压器、电缆、光伏电站运维设备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72021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简介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Red Rocket South Africa 是南非本土领先的可再生能源独立发电商，总部位于开普敦，长期专注太阳能光伏与风电项目开发，参与多个大型光伏项目建设，在南非可再生能源市场拥有较强项目储备、开发能力和本地化执行经验，市场地位突出，并持续扩大清洁能源投资规模。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16145" y="6104890"/>
            <a:ext cx="716851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b="1" i="1">
                <a:solidFill>
                  <a:srgbClr val="2A49F4"/>
                </a:solidFill>
                <a:effectLst/>
              </a:rPr>
              <a:t>该买家已入驻</a:t>
            </a:r>
            <a:r>
              <a:rPr lang="en-US" altLang="zh-CN" b="1" i="1">
                <a:solidFill>
                  <a:srgbClr val="2A49F4"/>
                </a:solidFill>
                <a:effectLst/>
              </a:rPr>
              <a:t>AI</a:t>
            </a:r>
            <a:r>
              <a:rPr lang="zh-CN" altLang="en-US" b="1" i="1">
                <a:solidFill>
                  <a:srgbClr val="2A49F4"/>
                </a:solidFill>
                <a:effectLst/>
              </a:rPr>
              <a:t>慧展，欢迎展商注册预约现场洽谈，高效对接商机。</a:t>
            </a:r>
            <a:endParaRPr lang="zh-CN" altLang="en-US" b="1" i="1">
              <a:solidFill>
                <a:srgbClr val="2A49F4"/>
              </a:solidFill>
              <a:effectLst/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195580"/>
            <a:ext cx="1578610" cy="713105"/>
          </a:xfrm>
          <a:prstGeom prst="rect">
            <a:avLst/>
          </a:prstGeom>
        </p:spPr>
      </p:pic>
      <p:pic>
        <p:nvPicPr>
          <p:cNvPr id="9" name="图片 8" descr="redrocket_site_r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19" y="2046781"/>
            <a:ext cx="4576672" cy="3045743"/>
          </a:xfrm>
          <a:prstGeom prst="rect">
            <a:avLst/>
          </a:prstGeom>
        </p:spPr>
      </p:pic>
      <p:pic>
        <p:nvPicPr>
          <p:cNvPr id="10" name="图片 9" descr="redrocket_logo_officia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1861" y="1701889"/>
            <a:ext cx="84277" cy="842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0795"/>
            <a:ext cx="12192000" cy="1109345"/>
          </a:xfrm>
          <a:prstGeom prst="rect">
            <a:avLst/>
          </a:prstGeom>
          <a:gradFill flip="none" rotWithShape="1">
            <a:gsLst>
              <a:gs pos="87000">
                <a:srgbClr val="7F93F8"/>
              </a:gs>
              <a:gs pos="0">
                <a:srgbClr val="2A49F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15200" y="0"/>
            <a:ext cx="4876800" cy="1467485"/>
            <a:chOff x="11552" y="-48"/>
            <a:chExt cx="7680" cy="2311"/>
          </a:xfrm>
        </p:grpSpPr>
        <p:sp>
          <p:nvSpPr>
            <p:cNvPr id="87" name="任意多边形: 形状 86"/>
            <p:cNvSpPr/>
            <p:nvPr/>
          </p:nvSpPr>
          <p:spPr>
            <a:xfrm flipH="1" flipV="1">
              <a:off x="11696" y="-19"/>
              <a:ext cx="7536" cy="2283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 flipH="1" flipV="1">
              <a:off x="11552" y="-48"/>
              <a:ext cx="7680" cy="1730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-36516" y="5437133"/>
            <a:ext cx="4879388" cy="1449532"/>
            <a:chOff x="0" y="5408469"/>
            <a:chExt cx="4879388" cy="1449532"/>
          </a:xfrm>
        </p:grpSpPr>
        <p:sp>
          <p:nvSpPr>
            <p:cNvPr id="84" name="任意多边形: 形状 83"/>
            <p:cNvSpPr/>
            <p:nvPr/>
          </p:nvSpPr>
          <p:spPr>
            <a:xfrm>
              <a:off x="0" y="5408469"/>
              <a:ext cx="4785320" cy="1449532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88" y="5759669"/>
              <a:ext cx="4876800" cy="1098331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1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36750" y="222250"/>
            <a:ext cx="561340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南非买家需求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76605" y="2038985"/>
          <a:ext cx="5400675" cy="347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/>
                <a:gridCol w="4311650"/>
              </a:tblGrid>
              <a:tr h="37084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企业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ENGIE South Africa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147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国家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南非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084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网站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www.engie.co.za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71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采购产品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光伏组件、太阳能逆变器、储能系统、变压器、电气设备、微电网设备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72021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简介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ENGIE South Africa 是法国能源巨头 ENGIE 集团在南非的重要运营机构，依托集团全球能源投资、建设与运维能力，持续布局南非太阳能光伏、分布式能源、储能及绿色氢能等业务，在当地可再生能源市场具备较强综合竞争力和品牌影响力，同时拥有成熟国际能源项目协同能力。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16145" y="6104890"/>
            <a:ext cx="716851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b="1" i="1">
                <a:solidFill>
                  <a:srgbClr val="2A49F4"/>
                </a:solidFill>
                <a:effectLst/>
              </a:rPr>
              <a:t>该买家已入驻</a:t>
            </a:r>
            <a:r>
              <a:rPr lang="en-US" altLang="zh-CN" b="1" i="1">
                <a:solidFill>
                  <a:srgbClr val="2A49F4"/>
                </a:solidFill>
                <a:effectLst/>
              </a:rPr>
              <a:t>AI</a:t>
            </a:r>
            <a:r>
              <a:rPr lang="zh-CN" altLang="en-US" b="1" i="1">
                <a:solidFill>
                  <a:srgbClr val="2A49F4"/>
                </a:solidFill>
                <a:effectLst/>
              </a:rPr>
              <a:t>慧展，欢迎展商注册预约现场洽谈，高效对接商机。</a:t>
            </a:r>
            <a:endParaRPr lang="zh-CN" altLang="en-US" b="1" i="1">
              <a:solidFill>
                <a:srgbClr val="2A49F4"/>
              </a:solidFill>
              <a:effectLst/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195580"/>
            <a:ext cx="1578610" cy="713105"/>
          </a:xfrm>
          <a:prstGeom prst="rect">
            <a:avLst/>
          </a:prstGeom>
        </p:spPr>
      </p:pic>
      <p:pic>
        <p:nvPicPr>
          <p:cNvPr id="9" name="图片 8" descr="engie_site_r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88" y="2236027"/>
            <a:ext cx="4131788" cy="2559935"/>
          </a:xfrm>
          <a:prstGeom prst="rect">
            <a:avLst/>
          </a:prstGeom>
        </p:spPr>
      </p:pic>
      <p:pic>
        <p:nvPicPr>
          <p:cNvPr id="10" name="图片 9" descr="engie_logo_officia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6862" y="1696493"/>
            <a:ext cx="417176" cy="1503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0795"/>
            <a:ext cx="12192000" cy="1109345"/>
          </a:xfrm>
          <a:prstGeom prst="rect">
            <a:avLst/>
          </a:prstGeom>
          <a:gradFill flip="none" rotWithShape="1">
            <a:gsLst>
              <a:gs pos="87000">
                <a:srgbClr val="7F93F8"/>
              </a:gs>
              <a:gs pos="0">
                <a:srgbClr val="2A49F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15200" y="0"/>
            <a:ext cx="4876800" cy="1467485"/>
            <a:chOff x="11552" y="-48"/>
            <a:chExt cx="7680" cy="2311"/>
          </a:xfrm>
        </p:grpSpPr>
        <p:sp>
          <p:nvSpPr>
            <p:cNvPr id="87" name="任意多边形: 形状 86"/>
            <p:cNvSpPr/>
            <p:nvPr/>
          </p:nvSpPr>
          <p:spPr>
            <a:xfrm flipH="1" flipV="1">
              <a:off x="11696" y="-19"/>
              <a:ext cx="7536" cy="2283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 flipH="1" flipV="1">
              <a:off x="11552" y="-48"/>
              <a:ext cx="7680" cy="1730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-36516" y="5437133"/>
            <a:ext cx="4879388" cy="1449532"/>
            <a:chOff x="0" y="5408469"/>
            <a:chExt cx="4879388" cy="1449532"/>
          </a:xfrm>
        </p:grpSpPr>
        <p:sp>
          <p:nvSpPr>
            <p:cNvPr id="84" name="任意多边形: 形状 83"/>
            <p:cNvSpPr/>
            <p:nvPr/>
          </p:nvSpPr>
          <p:spPr>
            <a:xfrm>
              <a:off x="0" y="5408469"/>
              <a:ext cx="4785320" cy="1449532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88" y="5759669"/>
              <a:ext cx="4876800" cy="1098331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1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36750" y="222250"/>
            <a:ext cx="561340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南非买家需求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76605" y="2038985"/>
          <a:ext cx="5400675" cy="347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/>
                <a:gridCol w="4311650"/>
              </a:tblGrid>
              <a:tr h="37084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企业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Mulilo Energy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147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国家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南非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084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网站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www.mulilo.com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71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采购产品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光伏组件、逆变器、储能电池系统（BESS）、变压器、支架系统、电缆电气设备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72021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简介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Mulilo Energy 是南非本土可再生能源独立发电商，专注太阳能、风能与储能项目开发，在南非市场深耕超过十五年，参与多个 REIPPPP 项目及 Eskom 储能相关项目，具备较强项目开发、资源整合与本地化实施能力，行业经验较为成熟，并在新能源转型领域具有持续扩张潜力。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16145" y="6104890"/>
            <a:ext cx="716851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b="1" i="1">
                <a:solidFill>
                  <a:srgbClr val="2A49F4"/>
                </a:solidFill>
                <a:effectLst/>
              </a:rPr>
              <a:t>该买家已入驻</a:t>
            </a:r>
            <a:r>
              <a:rPr lang="en-US" altLang="zh-CN" b="1" i="1">
                <a:solidFill>
                  <a:srgbClr val="2A49F4"/>
                </a:solidFill>
                <a:effectLst/>
              </a:rPr>
              <a:t>AI</a:t>
            </a:r>
            <a:r>
              <a:rPr lang="zh-CN" altLang="en-US" b="1" i="1">
                <a:solidFill>
                  <a:srgbClr val="2A49F4"/>
                </a:solidFill>
                <a:effectLst/>
              </a:rPr>
              <a:t>慧展，欢迎展商注册预约现场洽谈，高效对接商机。</a:t>
            </a:r>
            <a:endParaRPr lang="zh-CN" altLang="en-US" b="1" i="1">
              <a:solidFill>
                <a:srgbClr val="2A49F4"/>
              </a:solidFill>
              <a:effectLst/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195580"/>
            <a:ext cx="1578610" cy="713105"/>
          </a:xfrm>
          <a:prstGeom prst="rect">
            <a:avLst/>
          </a:prstGeom>
        </p:spPr>
      </p:pic>
      <p:pic>
        <p:nvPicPr>
          <p:cNvPr id="9" name="图片 8" descr="engie_sit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637" y="2081271"/>
            <a:ext cx="5070231" cy="2849764"/>
          </a:xfrm>
          <a:prstGeom prst="rect">
            <a:avLst/>
          </a:prstGeom>
        </p:spPr>
      </p:pic>
      <p:pic>
        <p:nvPicPr>
          <p:cNvPr id="10" name="图片 9" descr="mulilo_logo_officia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7604" y="1673804"/>
            <a:ext cx="195692" cy="1956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0795"/>
            <a:ext cx="12192000" cy="1109345"/>
          </a:xfrm>
          <a:prstGeom prst="rect">
            <a:avLst/>
          </a:prstGeom>
          <a:gradFill flip="none" rotWithShape="1">
            <a:gsLst>
              <a:gs pos="87000">
                <a:srgbClr val="7F93F8"/>
              </a:gs>
              <a:gs pos="0">
                <a:srgbClr val="2A49F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15200" y="0"/>
            <a:ext cx="4876800" cy="1467485"/>
            <a:chOff x="11552" y="-48"/>
            <a:chExt cx="7680" cy="2311"/>
          </a:xfrm>
        </p:grpSpPr>
        <p:sp>
          <p:nvSpPr>
            <p:cNvPr id="87" name="任意多边形: 形状 86"/>
            <p:cNvSpPr/>
            <p:nvPr/>
          </p:nvSpPr>
          <p:spPr>
            <a:xfrm flipH="1" flipV="1">
              <a:off x="11696" y="-19"/>
              <a:ext cx="7536" cy="2283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 flipH="1" flipV="1">
              <a:off x="11552" y="-48"/>
              <a:ext cx="7680" cy="1730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-36516" y="5437133"/>
            <a:ext cx="4879388" cy="1449532"/>
            <a:chOff x="0" y="5408469"/>
            <a:chExt cx="4879388" cy="1449532"/>
          </a:xfrm>
        </p:grpSpPr>
        <p:sp>
          <p:nvSpPr>
            <p:cNvPr id="84" name="任意多边形: 形状 83"/>
            <p:cNvSpPr/>
            <p:nvPr/>
          </p:nvSpPr>
          <p:spPr>
            <a:xfrm>
              <a:off x="0" y="5408469"/>
              <a:ext cx="4785320" cy="1449532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88" y="5759669"/>
              <a:ext cx="4876800" cy="1098331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1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36750" y="222250"/>
            <a:ext cx="561340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南非买家需求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76605" y="2038985"/>
          <a:ext cx="5400675" cy="347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/>
                <a:gridCol w="4311650"/>
              </a:tblGrid>
              <a:tr h="37084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企业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Hive Hydrogen South Africa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147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国家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南非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0840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网站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www.hivehydrogen.co.za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71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采购产品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光伏组件、风力发电机、电解槽设备、储氢设备、氨合成设备、变压器、电气控制系统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720215"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简介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 panose="020B0503020204020204" charset="-122"/>
                        </a:rPr>
                        <a:t>Hive Hydrogen South Africa 是南非绿色氢能与绿色氨项目开发商，依托 Hive Energy 和 Built Africa Group 资源，在东开普省推进超大型绿色氨项目建设，配套风电、光伏及氢氨系统，项目投资规模大、出口导向明确，具备较强国际化示范意义，并在南非能源转型中具有战略代表性。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 anchor="t"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16145" y="6104890"/>
            <a:ext cx="716851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b="1" i="1">
                <a:solidFill>
                  <a:srgbClr val="2A49F4"/>
                </a:solidFill>
                <a:effectLst/>
              </a:rPr>
              <a:t>该买家已入驻</a:t>
            </a:r>
            <a:r>
              <a:rPr lang="en-US" altLang="zh-CN" b="1" i="1">
                <a:solidFill>
                  <a:srgbClr val="2A49F4"/>
                </a:solidFill>
                <a:effectLst/>
              </a:rPr>
              <a:t>AI</a:t>
            </a:r>
            <a:r>
              <a:rPr lang="zh-CN" altLang="en-US" b="1" i="1">
                <a:solidFill>
                  <a:srgbClr val="2A49F4"/>
                </a:solidFill>
                <a:effectLst/>
              </a:rPr>
              <a:t>慧展，欢迎展商注册预约现场洽谈，高效对接商机。</a:t>
            </a:r>
            <a:endParaRPr lang="zh-CN" altLang="en-US" b="1" i="1">
              <a:solidFill>
                <a:srgbClr val="2A49F4"/>
              </a:solidFill>
              <a:effectLst/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195580"/>
            <a:ext cx="1578610" cy="713105"/>
          </a:xfrm>
          <a:prstGeom prst="rect">
            <a:avLst/>
          </a:prstGeom>
        </p:spPr>
      </p:pic>
      <p:pic>
        <p:nvPicPr>
          <p:cNvPr id="5" name="图片 4" descr="hive_site_r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111" y="1850286"/>
            <a:ext cx="5057643" cy="3396822"/>
          </a:xfrm>
          <a:prstGeom prst="rect">
            <a:avLst/>
          </a:prstGeom>
        </p:spPr>
      </p:pic>
      <p:pic>
        <p:nvPicPr>
          <p:cNvPr id="10" name="图片 9" descr="hive_logo_offici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132" y="1709620"/>
            <a:ext cx="505331" cy="1443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50000159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F32E7">
            <a:alpha val="54000"/>
          </a:srgbClr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marL="0" marR="0" lvl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1331</Words>
  <Application>WPS 演示</Application>
  <PresentationFormat>宽屏</PresentationFormat>
  <Paragraphs>126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思源黑体 CN Light</vt:lpstr>
      <vt:lpstr>思源黑体 CN Heavy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root</cp:lastModifiedBy>
  <cp:revision>85</cp:revision>
  <dcterms:created xsi:type="dcterms:W3CDTF">2023-08-09T12:44:00Z</dcterms:created>
  <dcterms:modified xsi:type="dcterms:W3CDTF">2026-06-16T08:18:45Z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88B7BF102C2345149DEF717F9223D9C0_13</vt:lpwstr>
  </property>
</Properties>
</file>